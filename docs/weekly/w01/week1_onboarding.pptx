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3" r:id="rId4"/>
    <p:sldId id="262" r:id="rId5"/>
    <p:sldId id="261" r:id="rId6"/>
    <p:sldId id="266" r:id="rId7"/>
    <p:sldId id="265" r:id="rId8"/>
    <p:sldId id="264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76"/>
    <p:restoredTop sz="94581"/>
  </p:normalViewPr>
  <p:slideViewPr>
    <p:cSldViewPr snapToGrid="0">
      <p:cViewPr varScale="1">
        <p:scale>
          <a:sx n="199" d="100"/>
          <a:sy n="199" d="100"/>
        </p:scale>
        <p:origin x="16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E94F-39FC-A9F9-D3E9-64D59CA5E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DF903-72F2-4677-3580-4F46C495A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A859-5606-A93E-BB6F-FE16F7098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E24A4-46ED-C9C4-5A61-CCFFB924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D3E1-0EAB-F7EC-C0E7-20F434D8B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8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A7AE2-5834-0D17-3723-BA2E3B061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5774D-A272-7376-3C02-001543669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ACF0F-A1F0-6D7E-CAF6-4CC2160F3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4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0D0C-9A5E-1DC8-B48D-462EC1137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B9DA2A-2DEE-9610-8C02-76F0509BF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9484-120D-D4EA-1596-D41E29CD8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D4205-C155-43D2-3731-EBD5BE605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70BC6-00BF-D9C6-1C28-7A40BF009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688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CD8CC-70E9-FA50-0F0F-DA5B153F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14AFE-FC07-AEF4-5399-95D9EDE30E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E32301-6784-5487-9CE5-515F6B9AD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C91A0C-DFC4-4605-55B2-B29681AFA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687EFC-BE51-6533-6B61-DC3ABCB8C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BC7EBC-9AB8-862A-8745-6C5E18BA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38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B2AD-A834-85E2-9455-CEDEFD44E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2F89C9-D432-482B-3D1F-D7D764DBB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84541-EF8D-D69A-90D8-E12D0EAA42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0D6CD3-510F-BA81-1937-D70F85A8E6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B1CC5-BFCB-7FF5-388B-300B270A6B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70F96-EBE8-655D-4B5D-21A896F50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452A28-845B-5B57-014C-F6DAEBDF8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6DBFB1-EF9A-E20C-1ED9-9AC17AA63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60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9FE5D-1D9A-CE6B-DA33-3F5044A32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6D3800-44EC-6157-BDBF-02F422276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CD316-28D8-1FCB-0D4B-E9191C39E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0FD85C-B0DC-AEF4-7156-74EE9A17C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384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43B442-B2E5-1F86-3413-1C2369072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BC32BD-B167-88EB-110D-207E1503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F0793-ECA8-D3CD-5338-A75B80A9C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949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92C5-AEA2-D627-F76B-35C7AD5ED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FB2FA-4BA3-535D-51B2-E4593DE49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344C6D-89EA-24AC-1FF8-F95BD17633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05508-C723-CD46-7318-308390F53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F176D5-4632-D0A7-5613-74B545FFA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8A436-F2F6-D971-481D-09EBD1D3F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83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9500A-DFB4-2498-10F9-06BA8E84D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D4B8A4-B9F6-E42A-516E-88B36466CA5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7E1EC0-4898-2864-C170-2722380CD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FEBAB-3519-3441-8AE8-7F450353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37188A-EA89-C55D-5EAB-931F3C22D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B9FAA-B873-BCFD-7103-B4CEC9FA3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96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6068A-F98A-DC2F-8646-7B8BB920E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93BFA2-71F6-AE7C-25AA-FD8A72333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96F7C-1016-F546-9830-7F571727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71129-282A-1331-AD62-5134D385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54ED1-728B-D5D6-4294-E2802D8AE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381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162D5B-73D1-8D56-E3E9-D21C84F9A6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ABBE-8E6A-021D-0AD0-AB0C410D79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9B8B5-7C35-5896-5020-6C5D27D86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38426-E4E3-EDB5-879E-4360EAA53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C9713A-BCEF-C785-6908-C0CDDF9C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263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85BFD4-EB75-80C8-7662-E0F69C89A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14C73D-6FB5-32CC-AD90-F2DC3FCA8D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49CAD-028A-64F6-17C5-1EF1228785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A30952-12C2-2BCE-2C32-4C1FFB9C70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9878C-25AD-FD28-B016-B54F5FE01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866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VkNjGDDxE9S8b8eZsnMpjv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baeus/Paper2Agent" TargetMode="External"/><Relationship Id="rId2" Type="http://schemas.openxmlformats.org/officeDocument/2006/relationships/hyperlink" Target="https://github.com/Pseudo-Lab/abstain-dti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m/citations?user=_PQ86mEAAAAJ&amp;hl=ko" TargetMode="External"/><Relationship Id="rId2" Type="http://schemas.openxmlformats.org/officeDocument/2006/relationships/hyperlink" Target="https://scholar.google.com/citations?user=hpQO_7QAAAAJ&amp;hl=en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C2BB-587D-E945-7D4E-531D9EE50A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"Abstain-DTI"</a:t>
            </a:r>
            <a:br>
              <a:rPr lang="en-US" dirty="0"/>
            </a:br>
            <a:r>
              <a:rPr lang="en-US" dirty="0"/>
              <a:t>week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7726A3-F720-B67D-6E3F-469DF2B6DF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dirty="0"/>
              <a:t>2026.10.10</a:t>
            </a:r>
          </a:p>
          <a:p>
            <a:pPr algn="r"/>
            <a:r>
              <a:rPr lang="ko-KR" altLang="en-US" dirty="0"/>
              <a:t>가짜연구소 </a:t>
            </a:r>
            <a:r>
              <a:rPr lang="en-US" altLang="ko-KR" dirty="0"/>
              <a:t>13</a:t>
            </a:r>
            <a:r>
              <a:rPr lang="ko-KR" altLang="en-US" dirty="0"/>
              <a:t>기 </a:t>
            </a:r>
            <a:endParaRPr lang="en-US" altLang="ko-KR" dirty="0"/>
          </a:p>
          <a:p>
            <a:pPr algn="r"/>
            <a:r>
              <a:rPr lang="ko-KR" altLang="en-US" dirty="0"/>
              <a:t>배예지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884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19BBA-533B-01D9-A30B-813C96DE3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A3D7C-4700-63EE-D316-286D3227B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스터디 룰 소개</a:t>
            </a:r>
            <a:endParaRPr lang="en-US" altLang="ko-KR" dirty="0"/>
          </a:p>
          <a:p>
            <a:r>
              <a:rPr lang="ko-KR" altLang="en-US" dirty="0"/>
              <a:t>자기소개 </a:t>
            </a:r>
            <a:r>
              <a:rPr lang="en-US" altLang="ko-KR" dirty="0"/>
              <a:t>(</a:t>
            </a:r>
            <a:r>
              <a:rPr lang="ko-KR" altLang="en-US" dirty="0"/>
              <a:t>업무</a:t>
            </a:r>
            <a:r>
              <a:rPr lang="en-US" altLang="ko-KR" dirty="0"/>
              <a:t>,</a:t>
            </a:r>
            <a:r>
              <a:rPr lang="ko-KR" altLang="en-US" dirty="0"/>
              <a:t> 위치</a:t>
            </a:r>
            <a:r>
              <a:rPr lang="en-US" altLang="ko-KR" dirty="0"/>
              <a:t>,</a:t>
            </a:r>
            <a:r>
              <a:rPr lang="ko-KR" altLang="en-US" dirty="0"/>
              <a:t> 취미 </a:t>
            </a:r>
            <a:r>
              <a:rPr lang="en-US" altLang="ko-KR" dirty="0"/>
              <a:t>1</a:t>
            </a:r>
            <a:r>
              <a:rPr lang="ko-KR" altLang="en-US" dirty="0"/>
              <a:t>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Abstain-DTI </a:t>
            </a:r>
            <a:r>
              <a:rPr lang="ko-KR" altLang="en-US" dirty="0" err="1"/>
              <a:t>를</a:t>
            </a:r>
            <a:r>
              <a:rPr lang="ko-KR" altLang="en-US" dirty="0"/>
              <a:t> 위한 </a:t>
            </a:r>
            <a:r>
              <a:rPr lang="ko-KR" altLang="en-US" dirty="0" err="1"/>
              <a:t>온보딩</a:t>
            </a:r>
            <a:endParaRPr lang="en-US" altLang="ko-KR" dirty="0"/>
          </a:p>
          <a:p>
            <a:r>
              <a:rPr lang="ko-KR" altLang="en-US" dirty="0"/>
              <a:t>트랙 선정 및 트랙 리더 선정 </a:t>
            </a:r>
            <a:endParaRPr lang="en-US" altLang="ko-KR" dirty="0"/>
          </a:p>
          <a:p>
            <a:r>
              <a:rPr lang="ko-KR" altLang="en-US" dirty="0"/>
              <a:t>주차 별 회의록 담당자 선정</a:t>
            </a:r>
            <a:endParaRPr lang="en-US" altLang="ko-KR" dirty="0"/>
          </a:p>
          <a:p>
            <a:r>
              <a:rPr lang="en-US" altLang="ko-KR" dirty="0"/>
              <a:t>GPU </a:t>
            </a:r>
            <a:r>
              <a:rPr lang="ko-KR" altLang="en-US" dirty="0"/>
              <a:t>실물 확보</a:t>
            </a:r>
            <a:r>
              <a:rPr lang="en-US" altLang="ko-KR" dirty="0"/>
              <a:t> </a:t>
            </a:r>
            <a:r>
              <a:rPr lang="ko-KR" altLang="en-US" dirty="0"/>
              <a:t>및 </a:t>
            </a:r>
            <a:r>
              <a:rPr lang="en-US" altLang="ko-KR" dirty="0"/>
              <a:t>LLM API credit</a:t>
            </a:r>
          </a:p>
          <a:p>
            <a:r>
              <a:rPr lang="ko-KR" altLang="en-US" dirty="0"/>
              <a:t>트랙별로 모여서 다음주 발표할 논문 고르기 </a:t>
            </a:r>
            <a:endParaRPr lang="en-US" altLang="ko-KR" dirty="0"/>
          </a:p>
          <a:p>
            <a:r>
              <a:rPr lang="ko-KR" altLang="en-US" dirty="0"/>
              <a:t>오늘의 목표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PR</a:t>
            </a:r>
            <a:r>
              <a:rPr lang="ko-KR" altLang="en-US" dirty="0"/>
              <a:t> 하나씩 올리기</a:t>
            </a:r>
            <a:endParaRPr lang="en-US" altLang="ko-KR" dirty="0"/>
          </a:p>
          <a:p>
            <a:r>
              <a:rPr lang="ko-KR" altLang="en-US" dirty="0"/>
              <a:t>다음 미팅 전 목표</a:t>
            </a:r>
            <a:r>
              <a:rPr lang="en-US" altLang="ko-KR" dirty="0"/>
              <a:t>:</a:t>
            </a:r>
            <a:r>
              <a:rPr lang="ko-KR" altLang="en-US" dirty="0"/>
              <a:t> 논문 발표자료 정리해서 </a:t>
            </a:r>
            <a:r>
              <a:rPr lang="ko-KR" altLang="en-US" dirty="0" err="1"/>
              <a:t>깃헙에</a:t>
            </a:r>
            <a:r>
              <a:rPr lang="ko-KR" altLang="en-US" dirty="0"/>
              <a:t> 올리기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5664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3CE1B-80F1-02C1-0159-1E1558A1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스터디 룰 소개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FB903-7132-9828-D254-CE63C6A8B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회 이상 무단 </a:t>
            </a:r>
            <a:r>
              <a:rPr lang="ko-KR" altLang="en-US" dirty="0" err="1"/>
              <a:t>불참시</a:t>
            </a:r>
            <a:r>
              <a:rPr lang="ko-KR" altLang="en-US" dirty="0"/>
              <a:t> 제명</a:t>
            </a:r>
            <a:endParaRPr lang="en-US" altLang="ko-KR" dirty="0"/>
          </a:p>
          <a:p>
            <a:r>
              <a:rPr lang="ko-KR" altLang="en-US" dirty="0"/>
              <a:t>카메라 </a:t>
            </a:r>
            <a:r>
              <a:rPr lang="en-US" altLang="ko-KR" dirty="0"/>
              <a:t>on </a:t>
            </a:r>
            <a:r>
              <a:rPr lang="ko-KR" altLang="en-US" dirty="0"/>
              <a:t>필수 </a:t>
            </a:r>
            <a:r>
              <a:rPr lang="en-US" altLang="ko-KR" dirty="0"/>
              <a:t>(</a:t>
            </a:r>
            <a:r>
              <a:rPr lang="ko-KR" altLang="en-US" dirty="0"/>
              <a:t>얼굴이 보이지 않아도 댐</a:t>
            </a:r>
            <a:r>
              <a:rPr lang="en-US" altLang="ko-KR" dirty="0"/>
              <a:t>)</a:t>
            </a:r>
            <a:r>
              <a:rPr lang="ko-KR" altLang="en-US" dirty="0"/>
              <a:t>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136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8FD51-D271-CC29-DFD3-C661246FC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Ice breaking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38554-BFA0-E53D-2E7F-CFC05DC07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10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66A82-5E82-FBC2-17E3-E88F3314C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자기 소개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3F890-37F7-0B6D-6D54-D1BC05115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Yeji Bae</a:t>
            </a:r>
          </a:p>
          <a:p>
            <a:r>
              <a:rPr lang="en-US" dirty="0"/>
              <a:t>Data Scientist / Computational Biologist at Seattle Children’s Hospital &amp; Research Institute </a:t>
            </a:r>
          </a:p>
          <a:p>
            <a:pPr lvl="1"/>
            <a:r>
              <a:rPr lang="en-US" dirty="0"/>
              <a:t>Multi-omics Analysis</a:t>
            </a:r>
          </a:p>
          <a:p>
            <a:pPr lvl="1"/>
            <a:r>
              <a:rPr lang="en-US" dirty="0"/>
              <a:t>DL model development (fine tuning) </a:t>
            </a:r>
          </a:p>
          <a:p>
            <a:pPr lvl="1"/>
            <a:r>
              <a:rPr lang="en-US" dirty="0"/>
              <a:t>Agent Engineering</a:t>
            </a:r>
          </a:p>
        </p:txBody>
      </p:sp>
    </p:spTree>
    <p:extLst>
      <p:ext uri="{BB962C8B-B14F-4D97-AF65-F5344CB8AC3E}">
        <p14:creationId xmlns:p14="http://schemas.microsoft.com/office/powerpoint/2010/main" val="187116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9F797-FF60-325F-5DF3-1A6344DE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Abstain-DTI </a:t>
            </a:r>
            <a:r>
              <a:rPr lang="ko-KR" altLang="en-US" dirty="0" err="1"/>
              <a:t>를</a:t>
            </a:r>
            <a:r>
              <a:rPr lang="ko-KR" altLang="en-US" dirty="0"/>
              <a:t> 위한 </a:t>
            </a:r>
            <a:r>
              <a:rPr lang="ko-KR" altLang="en-US" dirty="0" err="1"/>
              <a:t>온보딩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F5993-7D5F-43F6-F67A-2FD8FDE9D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문제 정의 </a:t>
            </a:r>
            <a:endParaRPr lang="en-US" altLang="ko-KR" dirty="0"/>
          </a:p>
          <a:p>
            <a:r>
              <a:rPr lang="ko-KR" altLang="en-US" dirty="0"/>
              <a:t>난이도 정의 </a:t>
            </a:r>
            <a:endParaRPr lang="en-US" altLang="ko-KR" dirty="0"/>
          </a:p>
          <a:p>
            <a:r>
              <a:rPr lang="en-US" dirty="0"/>
              <a:t>INPUT &amp; OUTPUT </a:t>
            </a:r>
          </a:p>
        </p:txBody>
      </p:sp>
    </p:spTree>
    <p:extLst>
      <p:ext uri="{BB962C8B-B14F-4D97-AF65-F5344CB8AC3E}">
        <p14:creationId xmlns:p14="http://schemas.microsoft.com/office/powerpoint/2010/main" val="1387331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C2E162-DFF5-7312-5184-27F643947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967" y="792003"/>
            <a:ext cx="11060119" cy="50709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05FD6B-7E8A-D1F4-777B-E3E3E6AA2D69}"/>
              </a:ext>
            </a:extLst>
          </p:cNvPr>
          <p:cNvSpPr txBox="1"/>
          <p:nvPr/>
        </p:nvSpPr>
        <p:spPr>
          <a:xfrm>
            <a:off x="3295425" y="6135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https://claude.ai/artifact/VkNjGDDxE9S8b8eZsnMpjv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47093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38C4D-1413-86AF-C839-EB908BDEA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 </a:t>
            </a:r>
            <a:r>
              <a:rPr lang="ko-KR" altLang="en-US" dirty="0"/>
              <a:t>올리기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7AD51-0F9E-503D-3B0F-AD0D22C8B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https://github.com/Pseudo-Lab/abstain-dti</a:t>
            </a:r>
            <a:endParaRPr lang="en-US" dirty="0"/>
          </a:p>
          <a:p>
            <a:pPr lvl="1"/>
            <a:r>
              <a:rPr lang="ko-KR" altLang="en-US" dirty="0"/>
              <a:t>자기 트랙</a:t>
            </a:r>
            <a:r>
              <a:rPr lang="en-US" altLang="ko-KR" dirty="0"/>
              <a:t> branch </a:t>
            </a:r>
            <a:r>
              <a:rPr lang="ko-KR" altLang="en-US" dirty="0"/>
              <a:t>사용 </a:t>
            </a:r>
            <a:r>
              <a:rPr lang="en-US" altLang="ko-KR" dirty="0"/>
              <a:t>-&gt;</a:t>
            </a:r>
            <a:r>
              <a:rPr lang="ko-KR" altLang="en-US" dirty="0"/>
              <a:t> </a:t>
            </a:r>
            <a:r>
              <a:rPr lang="en-US" altLang="ko-KR" dirty="0"/>
              <a:t>dev</a:t>
            </a:r>
            <a:r>
              <a:rPr lang="ko-KR" altLang="en-US" dirty="0"/>
              <a:t> 로 </a:t>
            </a:r>
            <a:r>
              <a:rPr lang="en-US" altLang="ko-KR" dirty="0"/>
              <a:t>PR (at least one reviewer) </a:t>
            </a:r>
            <a:endParaRPr lang="en-US" dirty="0"/>
          </a:p>
          <a:p>
            <a:r>
              <a:rPr lang="en-US" dirty="0" err="1"/>
              <a:t>REAMD.md</a:t>
            </a:r>
            <a:r>
              <a:rPr lang="en-US" dirty="0"/>
              <a:t> </a:t>
            </a:r>
            <a:r>
              <a:rPr lang="ko-KR" altLang="en-US" dirty="0"/>
              <a:t>팀 테이블 이름에 </a:t>
            </a:r>
            <a:r>
              <a:rPr lang="ko-KR" altLang="en-US" dirty="0" err="1"/>
              <a:t>깃헙</a:t>
            </a:r>
            <a:r>
              <a:rPr lang="ko-KR" altLang="en-US" dirty="0"/>
              <a:t> 링크 언급 </a:t>
            </a:r>
            <a:endParaRPr lang="en-US" altLang="ko-KR" dirty="0"/>
          </a:p>
          <a:p>
            <a:r>
              <a:rPr lang="ko-KR" altLang="en-US" dirty="0"/>
              <a:t>다음주 발표할 논문 올리기 </a:t>
            </a:r>
            <a:endParaRPr lang="en-US" altLang="ko-KR" dirty="0"/>
          </a:p>
          <a:p>
            <a:r>
              <a:rPr lang="ko-KR" altLang="en-US" dirty="0"/>
              <a:t>논문 </a:t>
            </a:r>
            <a:r>
              <a:rPr lang="en-US" altLang="ko-KR" dirty="0"/>
              <a:t>-&gt;</a:t>
            </a:r>
            <a:r>
              <a:rPr lang="ko-KR" altLang="en-US" dirty="0"/>
              <a:t> 실행 </a:t>
            </a:r>
            <a:r>
              <a:rPr lang="en-US" altLang="ko-KR" dirty="0">
                <a:hlinkClick r:id="rId3"/>
              </a:rPr>
              <a:t>https://github.com/ybaeus/Paper2Agent</a:t>
            </a:r>
            <a:r>
              <a:rPr lang="ko-KR" altLang="en-US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55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A2238-82A5-A975-472A-4789B67CF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Feedbacks will be given by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0E320-5F67-4442-564E-EAEFF6C52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UW Andre Berndt Lab postdoc </a:t>
            </a:r>
            <a:r>
              <a:rPr lang="ko-KR" altLang="en-US" sz="2400" dirty="0" err="1"/>
              <a:t>이다호</a:t>
            </a:r>
            <a:r>
              <a:rPr lang="ko-KR" altLang="en-US" sz="2400" dirty="0"/>
              <a:t> 박사님</a:t>
            </a:r>
            <a:r>
              <a:rPr lang="en-US" altLang="ko-KR" sz="2400" dirty="0"/>
              <a:t> </a:t>
            </a:r>
            <a:r>
              <a:rPr lang="en-US" altLang="ko-KR" sz="2400" dirty="0">
                <a:hlinkClick r:id="rId2"/>
              </a:rPr>
              <a:t>https</a:t>
            </a:r>
            <a:r>
              <a:rPr lang="en-US" altLang="ko-KR" sz="2400" dirty="0">
                <a:hlinkClick r:id="rId2"/>
              </a:rPr>
              <a:t>://scholar.google.com/citations?user=hpQO_7QAAAAJ&amp;hl=en</a:t>
            </a:r>
            <a:r>
              <a:rPr lang="en-US" altLang="ko-KR" sz="2400" dirty="0"/>
              <a:t> </a:t>
            </a:r>
          </a:p>
          <a:p>
            <a:r>
              <a:rPr lang="en-US" altLang="ko-KR" sz="2400" dirty="0"/>
              <a:t>UW David Baker Lab postdoc </a:t>
            </a:r>
            <a:r>
              <a:rPr lang="ko-KR" altLang="en-US" sz="2400" dirty="0" err="1"/>
              <a:t>신호정박사님</a:t>
            </a:r>
            <a:r>
              <a:rPr lang="en-US" altLang="ko-KR" sz="2400" dirty="0"/>
              <a:t> </a:t>
            </a:r>
            <a:r>
              <a:rPr lang="en-US" altLang="ko-KR" sz="2400" dirty="0">
                <a:hlinkClick r:id="rId3"/>
              </a:rPr>
              <a:t>https://scholar.google.com/citations?user=_PQ86mEAAAAJ&amp;hl=ko</a:t>
            </a:r>
            <a:r>
              <a:rPr lang="en-US" altLang="ko-KR" sz="2400" dirty="0"/>
              <a:t> </a:t>
            </a:r>
          </a:p>
          <a:p>
            <a:r>
              <a:rPr lang="en-US" altLang="ko-KR" sz="2400" dirty="0"/>
              <a:t>Duke </a:t>
            </a:r>
            <a:r>
              <a:rPr lang="en-US" altLang="ko-KR" sz="2400" dirty="0" err="1"/>
              <a:t>phD</a:t>
            </a:r>
            <a:r>
              <a:rPr lang="en-US" altLang="ko-KR" sz="2400" dirty="0"/>
              <a:t> candidate </a:t>
            </a:r>
            <a:r>
              <a:rPr lang="ko-KR" altLang="en-US" sz="2400" dirty="0" err="1"/>
              <a:t>김종현님</a:t>
            </a:r>
            <a:endParaRPr lang="en-US" altLang="ko-KR" sz="2400" dirty="0"/>
          </a:p>
          <a:p>
            <a:pPr lvl="1"/>
            <a:r>
              <a:rPr lang="en-US" sz="2000" dirty="0"/>
              <a:t>Kim, J. and Romero, P.A. (2026) ‘Benchmarking and behavioral characterization of LLM agents for protein design’, bioRxiv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497409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19A06-AA78-8CFA-3AD4-4FC26B285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8ADF-CEB0-FBFD-C294-F34A48260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739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6da4d3-ba20-4986-879c-49e262eff745}" enabled="1" method="Standard" siteId="{9f693e63-5e9e-4ced-98a4-8ab28f9d0c2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843</TotalTime>
  <Words>274</Words>
  <Application>Microsoft Macintosh PowerPoint</Application>
  <PresentationFormat>Widescreen</PresentationFormat>
  <Paragraphs>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"Abstain-DTI" week 1</vt:lpstr>
      <vt:lpstr>Agenda</vt:lpstr>
      <vt:lpstr>스터디 룰 소개</vt:lpstr>
      <vt:lpstr>Ice breaking</vt:lpstr>
      <vt:lpstr>자기 소개</vt:lpstr>
      <vt:lpstr>Abstain-DTI 를 위한 온보딩</vt:lpstr>
      <vt:lpstr>PowerPoint Presentation</vt:lpstr>
      <vt:lpstr>PR 올리기 </vt:lpstr>
      <vt:lpstr>Feedbacks will be given by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Bae, Yeji</dc:creator>
  <cp:lastModifiedBy>Bae, Yeji</cp:lastModifiedBy>
  <cp:revision>1</cp:revision>
  <dcterms:created xsi:type="dcterms:W3CDTF">2026-10-09T05:09:53Z</dcterms:created>
  <dcterms:modified xsi:type="dcterms:W3CDTF">2026-10-09T19:12:55Z</dcterms:modified>
</cp:coreProperties>
</file>