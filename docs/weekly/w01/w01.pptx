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9776"/>
    <p:restoredTop sz="94581"/>
  </p:normalViewPr>
  <p:slideViewPr>
    <p:cSldViewPr snapToGrid="0">
      <p:cViewPr varScale="1">
        <p:scale>
          <a:sx d="100" n="199"/>
          <a:sy d="100" n="199"/>
        </p:scale>
        <p:origin x="1600" y="17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E94F-39FC-A9F9-D3E9-64D59CA5E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F903-72F2-4677-3580-4F46C495AA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A859-5606-A93E-BB6F-FE16F7098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5E24A4-46ED-C9C4-5A61-CCFFB9248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CCD3E1-0EAB-F7EC-C0E7-20F434D8B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708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A7AE2-5834-0D17-3723-BA2E3B061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5774D-A272-7376-3C02-001543669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ACF0F-A1F0-6D7E-CAF6-4CC2160F3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443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B9DA2A-2DEE-9610-8C02-76F0509BF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C9484-120D-D4EA-1596-D41E29CD8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D4205-C155-43D2-3731-EBD5BE605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70BC6-00BF-D9C6-1C28-7A40BF009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688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D8CC-70E9-FA50-0F0F-DA5B153F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14AFE-FC07-AEF4-5399-95D9EDE30E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32301-6784-5487-9CE5-515F6B9AD2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C91A0C-DFC4-4605-55B2-B29681AFA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687EFC-BE51-6533-6B61-DC3ABCB8C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BC7EBC-9AB8-862A-8745-6C5E18BA5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38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9B2AD-A834-85E2-9455-CEDEFD44E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2F89C9-D432-482B-3D1F-D7D764DBBE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4541-EF8D-D69A-90D8-E12D0EAA42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0D6CD3-510F-BA81-1937-D70F85A8E6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EB1CC5-BFCB-7FF5-388B-300B270A6B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E70F96-EBE8-655D-4B5D-21A896F50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452A28-845B-5B57-014C-F6DAEBDF8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6DBFB1-EF9A-E20C-1ED9-9AC17AA63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60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9FE5D-1D9A-CE6B-DA33-3F5044A3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6D3800-44EC-6157-BDBF-02F4222769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CD316-28D8-1FCB-0D4B-E9191C39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0FD85C-B0DC-AEF4-7156-74EE9A17C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384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643B442-B2E5-1F86-3413-1C2369072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BC32BD-B167-88EB-110D-207E15030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F0793-ECA8-D3CD-5338-A75B80A9C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949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592C5-AEA2-D627-F76B-35C7AD5ED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FB2FA-4BA3-535D-51B2-E4593DE49E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344C6D-89EA-24AC-1FF8-F95BD17633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05508-C723-CD46-7318-308390F53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F176D5-4632-D0A7-5613-74B545FFA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8A436-F2F6-D971-481D-09EBD1D3F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83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9500A-DFB4-2498-10F9-06BA8E84D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D4B8A4-B9F6-E42A-516E-88B36466CA50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7E1EC0-4898-2864-C170-2722380CD8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EFEBAB-3519-3441-8AE8-7F4503536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37188A-EA89-C55D-5EAB-931F3C22D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B9FAA-B873-BCFD-7103-B4CEC9FA3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096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6068A-F98A-DC2F-8646-7B8BB920E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93BFA2-71F6-AE7C-25AA-FD8A72333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96F7C-1016-F546-9830-7F571727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71129-282A-1331-AD62-5134D385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154ED1-728B-D5D6-4294-E2802D8AE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381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162D5B-73D1-8D56-E3E9-D21C84F9A6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ABBE-8E6A-021D-0AD0-AB0C410D7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9B8B5-7C35-5896-5020-6C5D27D86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38426-E4E3-EDB5-879E-4360EAA53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C9713A-BCEF-C785-6908-C0CDDF9C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26342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85BFD4-EB75-80C8-7662-E0F69C89A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14C73D-6FB5-32CC-AD90-F2DC3FCA8DB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49CAD-028A-64F6-17C5-1EF122878555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A8C377-EEFB-4C45-8407-C8CDC7CEF1A6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A30952-12C2-2BCE-2C32-4C1FFB9C700B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9878C-25AD-FD28-B016-B54F5FE01B42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875C08-630F-454B-9756-F7746918E4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86615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laude.ai/artifact/VkNjGDDxE9S8b8eZsnMpjv" TargetMode="External" /><Relationship Id="rId4" Type="http://schemas.openxmlformats.org/officeDocument/2006/relationships/hyperlink" Target="https://github.com/Pseudo-Lab/abstain-dti/blob/dev/docs/onboarding/w01-drug_development_onboarding.html" TargetMode="Externa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Pseudo-Lab/abstain-dti" TargetMode="External" /><Relationship Id="rId3" Type="http://schemas.openxmlformats.org/officeDocument/2006/relationships/hyperlink" Target="https://github.com/ybaeus/Paper2Agent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cholar.google.com/citations?user=hpQO_7QAAAAJ&amp;hl=en" TargetMode="External" /><Relationship Id="rId3" Type="http://schemas.openxmlformats.org/officeDocument/2006/relationships/hyperlink" Target="https://scholar.google.com/citations?user=_PQ86mEAAAAJ&amp;hl=ko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E94F-39FC-A9F9-D3E9-64D59CA5E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Abstain-DTI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DF903-72F2-4677-3580-4F46C495AA44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 · 2026.10.10</a:t>
            </a:r>
            <a:br/>
            <a:br/>
            <a:r>
              <a:rPr/>
              <a:t>가짜연구소 13기 배예지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스터디 룰 소개</a:t>
            </a:r>
          </a:p>
          <a:p>
            <a:pPr lvl="0"/>
            <a:r>
              <a:rPr/>
              <a:t>자기소개 (업무, 위치, 취미 1개)</a:t>
            </a:r>
          </a:p>
          <a:p>
            <a:pPr lvl="0"/>
            <a:r>
              <a:rPr/>
              <a:t>Abstain-DTI를 위한 온보딩</a:t>
            </a:r>
          </a:p>
          <a:p>
            <a:pPr lvl="0"/>
            <a:r>
              <a:rPr/>
              <a:t>트랙 선정 및 트랙 리더 선정</a:t>
            </a:r>
          </a:p>
          <a:p>
            <a:pPr lvl="0"/>
            <a:r>
              <a:rPr/>
              <a:t>주차별 회의록 담당자 선정</a:t>
            </a:r>
          </a:p>
          <a:p>
            <a:pPr lvl="0"/>
            <a:r>
              <a:rPr/>
              <a:t>GPU 실물 확보 및 LLM API credit</a:t>
            </a:r>
          </a:p>
          <a:p>
            <a:pPr lvl="0"/>
            <a:r>
              <a:rPr/>
              <a:t>트랙별로 모여서 다음 주 발표할 논문 고르기</a:t>
            </a:r>
          </a:p>
          <a:p>
            <a:pPr lvl="0" indent="0" marL="0">
              <a:buNone/>
            </a:pPr>
            <a:r>
              <a:rPr b="1"/>
              <a:t>오늘의 목표:</a:t>
            </a:r>
            <a:r>
              <a:rPr/>
              <a:t> PR 하나씩 올리기</a:t>
            </a:r>
          </a:p>
          <a:p>
            <a:pPr lvl="0" indent="0" marL="0">
              <a:buNone/>
            </a:pPr>
            <a:r>
              <a:rPr b="1"/>
              <a:t>다음 미팅 전 목표:</a:t>
            </a:r>
            <a:r>
              <a:rPr/>
              <a:t> 논문 발표자료 정리해서 깃헙에 올리기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스터디 룰 소개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2회 이상 무단 불참 시 제명</a:t>
            </a:r>
          </a:p>
          <a:p>
            <a:pPr lvl="0"/>
            <a:r>
              <a:rPr/>
              <a:t>카메라 on 필수 (얼굴이 보이지 않아도 돼)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C0D0C-9A5E-1DC8-B48D-462EC1137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Ice breaking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자기소개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Yeji Bae</a:t>
            </a:r>
          </a:p>
          <a:p>
            <a:pPr lvl="0" indent="0" marL="0">
              <a:buNone/>
            </a:pPr>
            <a:r>
              <a:rPr/>
              <a:t>Data Scientist / Computational Biologist at Seattle Children’s Hospital &amp; Research Institute</a:t>
            </a:r>
          </a:p>
          <a:p>
            <a:pPr lvl="0"/>
            <a:r>
              <a:rPr/>
              <a:t>Multi-omics Analysis</a:t>
            </a:r>
          </a:p>
          <a:p>
            <a:pPr lvl="0"/>
            <a:r>
              <a:rPr/>
              <a:t>DL model development (fine tuning)</a:t>
            </a:r>
          </a:p>
          <a:p>
            <a:pPr lvl="0"/>
            <a:r>
              <a:rPr/>
              <a:t>Agent Engineering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Abstain-DTI를 위한 온보딩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문제 정의</a:t>
            </a:r>
          </a:p>
          <a:p>
            <a:pPr lvl="0"/>
            <a:r>
              <a:rPr/>
              <a:t>난이도 정의</a:t>
            </a:r>
          </a:p>
          <a:p>
            <a:pPr lvl="0"/>
            <a:r>
              <a:rPr/>
              <a:t>INPUT &amp; OUTPUT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D8CC-70E9-FA50-0F0F-DA5B153FA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온보딩 자료</a:t>
            </a:r>
          </a:p>
        </p:txBody>
      </p:sp>
      <p:pic>
        <p:nvPicPr>
          <p:cNvPr descr="assets/onboarding-artif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51816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E32301-6784-5487-9CE5-515F6B9AD2FC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웹: </a:t>
            </a:r>
            <a:r>
              <a:rPr>
                <a:hlinkClick r:id="rId3"/>
              </a:rPr>
              <a:t>https://claude.ai/artifact/VkNjGDDxE9S8b8eZsnMpjv</a:t>
            </a:r>
          </a:p>
          <a:p>
            <a:pPr lvl="0"/>
            <a:r>
              <a:rPr/>
              <a:t>저장소: </a:t>
            </a:r>
            <a:r>
              <a:rPr>
                <a:hlinkClick r:id="rId4"/>
              </a:rPr>
              <a:t>docs/onboarding/w01-drug_development_onboarding.html</a:t>
            </a:r>
            <a:r>
              <a:rPr/>
              <a:t> (내려받아 브라우저로 열기)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 올리기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https://github.com/Pseudo-Lab/abstain-dti</a:t>
            </a:r>
          </a:p>
          <a:p>
            <a:pPr lvl="0"/>
            <a:r>
              <a:rPr/>
              <a:t>트랙 작업: 작업 브랜치 → 자기 트랙 브랜치 → dev 로 PR (리뷰어 1명 이상)</a:t>
            </a:r>
          </a:p>
          <a:p>
            <a:pPr lvl="0"/>
            <a:r>
              <a:rPr/>
              <a:t>트랙과 무관한 작업: dev에서 브랜치 → dev 로 PR</a:t>
            </a:r>
          </a:p>
          <a:p>
            <a:pPr lvl="0"/>
            <a:r>
              <a:rPr/>
              <a:t>README.md 팀 테이블 이름에 깃헙 링크 달기</a:t>
            </a:r>
          </a:p>
          <a:p>
            <a:pPr lvl="0"/>
            <a:r>
              <a:rPr/>
              <a:t>다음 주 발표할 논문 올리기</a:t>
            </a:r>
          </a:p>
          <a:p>
            <a:pPr lvl="0"/>
            <a:r>
              <a:rPr/>
              <a:t>논문 → 실행: </a:t>
            </a:r>
            <a:r>
              <a:rPr>
                <a:hlinkClick r:id="rId3"/>
              </a:rPr>
              <a:t>https://github.com/ybaeus/Paper2Agent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Feedbacks will be given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66120-0A55-3491-F9FC-FA77E459C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UW Andre Berndt Lab postdoc 이다호 박사님 (</a:t>
            </a:r>
            <a:r>
              <a:rPr>
                <a:hlinkClick r:id="rId2"/>
              </a:rPr>
              <a:t>scholar</a:t>
            </a:r>
            <a:r>
              <a:rPr/>
              <a:t>)</a:t>
            </a:r>
          </a:p>
          <a:p>
            <a:pPr lvl="0"/>
            <a:r>
              <a:rPr/>
              <a:t>UW David Baker Lab postdoc 신호정 박사님 (</a:t>
            </a:r>
            <a:r>
              <a:rPr>
                <a:hlinkClick r:id="rId3"/>
              </a:rPr>
              <a:t>scholar</a:t>
            </a:r>
            <a:r>
              <a:rPr/>
              <a:t>)</a:t>
            </a:r>
          </a:p>
          <a:p>
            <a:pPr lvl="0"/>
            <a:r>
              <a:rPr/>
              <a:t>Duke PhD candidate 김종현님</a:t>
            </a:r>
          </a:p>
          <a:p>
            <a:pPr lvl="1"/>
            <a:r>
              <a:rPr/>
              <a:t>Kim, J. and Romero, P.A. (2026) ‘Benchmarking and behavioral characterization of LLM agents for protein design’, bioRxiv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818D-09AE-4CD2-3C65-237AD773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843</TotalTime>
  <Words>274</Words>
  <Application>Microsoft Macintosh PowerPoint</Application>
  <PresentationFormat>Widescreen</PresentationFormat>
  <Paragraphs>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"Abstain-DTI" week 1</vt:lpstr>
      <vt:lpstr>Agenda</vt:lpstr>
      <vt:lpstr>스터디 룰 소개</vt:lpstr>
      <vt:lpstr>Ice breaking</vt:lpstr>
      <vt:lpstr>자기 소개</vt:lpstr>
      <vt:lpstr>Abstain-DTI 를 위한 온보딩</vt:lpstr>
      <vt:lpstr>PowerPoint Presentation</vt:lpstr>
      <vt:lpstr>PR 올리기 </vt:lpstr>
      <vt:lpstr>Feedbacks will be given by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Abstain-DTI</dc:title>
  <dc:creator>가짜연구소 13기 배예지</dc:creator>
  <cp:keywords/>
  <dcterms:created xsi:type="dcterms:W3CDTF">2026-10-09T21:13:23Z</dcterms:created>
  <dcterms:modified xsi:type="dcterms:W3CDTF">2026-10-09T21:13:23Z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week 1 · 2026.10.10</vt:lpwstr>
  </property>
  <property fmtid="{D5CDD505-2E9C-101B-9397-08002B2CF9AE}" pid="11" name="toc-title">
    <vt:lpwstr>목차</vt:lpwstr>
  </property>
</Properties>
</file>